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9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DB4B-9185-4EC7-9A12-5EF5F57CE8A7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175E-26CD-4574-9E0D-6DF0302A1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210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DB4B-9185-4EC7-9A12-5EF5F57CE8A7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175E-26CD-4574-9E0D-6DF0302A1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431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DB4B-9185-4EC7-9A12-5EF5F57CE8A7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175E-26CD-4574-9E0D-6DF0302A1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891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DB4B-9185-4EC7-9A12-5EF5F57CE8A7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175E-26CD-4574-9E0D-6DF0302A1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7299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DB4B-9185-4EC7-9A12-5EF5F57CE8A7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175E-26CD-4574-9E0D-6DF0302A1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93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DB4B-9185-4EC7-9A12-5EF5F57CE8A7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175E-26CD-4574-9E0D-6DF0302A1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999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DB4B-9185-4EC7-9A12-5EF5F57CE8A7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175E-26CD-4574-9E0D-6DF0302A1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48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DB4B-9185-4EC7-9A12-5EF5F57CE8A7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175E-26CD-4574-9E0D-6DF0302A1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699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DB4B-9185-4EC7-9A12-5EF5F57CE8A7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175E-26CD-4574-9E0D-6DF0302A1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0654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DB4B-9185-4EC7-9A12-5EF5F57CE8A7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175E-26CD-4574-9E0D-6DF0302A1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9822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DB4B-9185-4EC7-9A12-5EF5F57CE8A7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175E-26CD-4574-9E0D-6DF0302A1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544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4DB4B-9185-4EC7-9A12-5EF5F57CE8A7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6175E-26CD-4574-9E0D-6DF0302A1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66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fp-front-ver3.vercel.app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test12@bank-futur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25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99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16549" cy="693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743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20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997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536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795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4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777" y="685562"/>
            <a:ext cx="9754445" cy="5486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57652" y="4355690"/>
            <a:ext cx="22169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 err="1" smtClean="0">
                <a:hlinkClick r:id="rId3"/>
              </a:rPr>
              <a:t>Демо</a:t>
            </a:r>
            <a:r>
              <a:rPr lang="ru-RU" sz="1200" dirty="0" smtClean="0">
                <a:hlinkClick r:id="rId3"/>
              </a:rPr>
              <a:t>-доступ</a:t>
            </a:r>
            <a:r>
              <a:rPr lang="ru-RU" sz="1200" dirty="0" smtClean="0"/>
              <a:t/>
            </a:r>
            <a:br>
              <a:rPr lang="ru-RU" sz="1200" dirty="0" smtClean="0"/>
            </a:br>
            <a:r>
              <a:rPr lang="ru-RU" sz="1200" dirty="0" smtClean="0"/>
              <a:t>логин: </a:t>
            </a:r>
            <a:r>
              <a:rPr lang="en-US" sz="1200" dirty="0" smtClean="0">
                <a:hlinkClick r:id="rId4"/>
              </a:rPr>
              <a:t>test12@bank-future.com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ru-RU" sz="1200" dirty="0" smtClean="0"/>
              <a:t>пароль: </a:t>
            </a:r>
            <a:r>
              <a:rPr lang="en-US" sz="1200" dirty="0" smtClean="0"/>
              <a:t>123456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50082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</TotalTime>
  <Words>1</Words>
  <Application>Microsoft Office PowerPoint</Application>
  <PresentationFormat>Широкоэкранный</PresentationFormat>
  <Paragraphs>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7</cp:revision>
  <dcterms:created xsi:type="dcterms:W3CDTF">2026-04-22T15:11:25Z</dcterms:created>
  <dcterms:modified xsi:type="dcterms:W3CDTF">2026-04-23T06:57:40Z</dcterms:modified>
</cp:coreProperties>
</file>